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308" r:id="rId5"/>
    <p:sldId id="315" r:id="rId6"/>
    <p:sldId id="309" r:id="rId7"/>
    <p:sldId id="313" r:id="rId8"/>
    <p:sldId id="314" r:id="rId9"/>
    <p:sldId id="311" r:id="rId10"/>
    <p:sldId id="312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59D8547F-B3C6-41B7-AC15-B21357C26C2E}">
          <p14:sldIdLst/>
        </p14:section>
        <p14:section name="Title/intro examples" id="{EAFC2341-9A9E-4C28-BFFA-6B825D0AC4BA}">
          <p14:sldIdLst>
            <p14:sldId id="308"/>
            <p14:sldId id="315"/>
            <p14:sldId id="309"/>
            <p14:sldId id="313"/>
            <p14:sldId id="314"/>
            <p14:sldId id="311"/>
            <p14:sldId id="312"/>
          </p14:sldIdLst>
        </p14:section>
        <p14:section name="Section divider examples" id="{A9F40A45-B498-491F-B229-1F4185ACF804}">
          <p14:sldIdLst/>
        </p14:section>
        <p14:section name="Content slide examples" id="{C335665F-6942-4633-9A59-9BC53EDA1E36}">
          <p14:sldIdLst/>
        </p14:section>
        <p14:section name="Closing slide example" id="{11C5BCDD-05AC-405B-8582-D9D1C38F3D19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EB81"/>
    <a:srgbClr val="E6DCFF"/>
    <a:srgbClr val="0041F0"/>
    <a:srgbClr val="DCAFFF"/>
    <a:srgbClr val="FF50A0"/>
    <a:srgbClr val="FF3246"/>
    <a:srgbClr val="00FFFF"/>
    <a:srgbClr val="D4D4D4"/>
    <a:srgbClr val="BE8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A0BC3CC4-8867-4C89-9D3F-A6A6B9ED4035}">
  <a:tblStyle styleId="{A0BC3CC4-8867-4C89-9D3F-A6A6B9ED4035}" styleName="Acc_Table_1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rgbClr val="FFFFFF"/>
              </a:solidFill>
            </a:ln>
          </a:left>
          <a:right>
            <a:ln w="0" cmpd="sng">
              <a:solidFill>
                <a:srgbClr val="FFFFFF"/>
              </a:solidFill>
            </a:ln>
          </a:right>
          <a:top>
            <a:ln w="0" cmpd="sng">
              <a:solidFill>
                <a:srgbClr val="FFFFFF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6350" cmpd="sng">
              <a:solidFill>
                <a:srgbClr val="D9D9D9"/>
              </a:solidFill>
            </a:ln>
          </a:insideH>
          <a:insideV>
            <a:ln w="6350" cmpd="sng">
              <a:solidFill>
                <a:srgbClr val="D9D9D9"/>
              </a:solidFill>
            </a:ln>
          </a:insideV>
        </a:tcBdr>
        <a:fill>
          <a:noFill/>
        </a:fill>
      </a:tcStyle>
    </a:wholeTbl>
    <a:band1H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H>
    <a:band1V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/>
      </a:tcStyle>
    </a:lastRow>
    <a:firstRow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45" autoAdjust="0"/>
  </p:normalViewPr>
  <p:slideViewPr>
    <p:cSldViewPr snapToGrid="0" showGuides="1">
      <p:cViewPr varScale="1">
        <p:scale>
          <a:sx n="105" d="100"/>
          <a:sy n="105" d="100"/>
        </p:scale>
        <p:origin x="216" y="6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3516" y="5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027613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1DE7078C-3525-4C9B-BF62-C9FD13B9A875}" type="datetimeFigureOut">
              <a:rPr lang="en-US" smtClean="0"/>
              <a:pPr/>
              <a:t>1/15/26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0205" y="274505"/>
            <a:ext cx="4734172" cy="266297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0206" y="2999605"/>
            <a:ext cx="6751750" cy="586989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923817"/>
            <a:ext cx="6217919" cy="2123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99213" y="8917749"/>
            <a:ext cx="457200" cy="2184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436E8A87-18DA-4CCE-A8C2-BDBC489258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384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914400" rtl="0" eaLnBrk="1" latinLnBrk="0" hangingPunct="1">
      <a:buFont typeface="Arial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30188" indent="-112713" algn="l">
      <a:buFont typeface="Arial" panose="020B0604020202020204" pitchFamily="34" charset="0"/>
      <a:buChar char="•"/>
      <a:defRPr sz="1000">
        <a:latin typeface="+mn-lt"/>
      </a:defRPr>
    </a:lvl2pPr>
    <a:lvl3pPr marL="342900" indent="-112713" algn="l">
      <a:buFont typeface="Arial" panose="020B0604020202020204" pitchFamily="34" charset="0"/>
      <a:buChar char="•"/>
      <a:defRPr sz="900">
        <a:latin typeface="+mn-lt"/>
      </a:defRPr>
    </a:lvl3pPr>
    <a:lvl4pPr marL="460375" indent="-112713" algn="l">
      <a:buFont typeface="Arial" panose="020B0604020202020204" pitchFamily="34" charset="0"/>
      <a:buChar char="•"/>
      <a:defRPr sz="800">
        <a:latin typeface="+mn-lt"/>
      </a:defRPr>
    </a:lvl4pPr>
    <a:lvl5pPr marL="571500" indent="-112713" algn="l">
      <a:buFont typeface="Arial" panose="020B0604020202020204" pitchFamily="34" charset="0"/>
      <a:buChar char="•"/>
      <a:defRPr sz="800">
        <a:latin typeface="+mn-lt"/>
      </a:defRPr>
    </a:lvl5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Insert Salutation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F21F7E-CEFA-4A8F-862E-8631C40CEA2C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 dirty="0"/>
              <a:t>Format Background… &gt; Picture or texture fill &gt; Set to one of the dark or mid gradient options</a:t>
            </a:r>
            <a:endParaRPr lang="en-US" noProof="0" dirty="0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94AA491-F1F8-4D38-B722-DB2F38B198B8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4558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C35EA4"/>
          </p15:clr>
        </p15:guide>
        <p15:guide id="2" pos="3840" userDrawn="1">
          <p15:clr>
            <a:srgbClr val="C35EA4"/>
          </p15:clr>
        </p15:guide>
        <p15:guide id="3" orient="horz" pos="3608" userDrawn="1">
          <p15:clr>
            <a:srgbClr val="C35E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Logo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Insert Salutation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104FBB-E799-42A8-A4FA-483DC489523D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 dirty="0"/>
              <a:t>Format Background… &gt; Picture or texture fill &gt; Set to one of the dark or mid gradient options</a:t>
            </a:r>
            <a:endParaRPr lang="en-US" noProof="0" dirty="0"/>
          </a:p>
        </p:txBody>
      </p:sp>
      <p:grpSp>
        <p:nvGrpSpPr>
          <p:cNvPr id="12" name="Logo_WH" descr="Accenture logo in white">
            <a:extLst>
              <a:ext uri="{FF2B5EF4-FFF2-40B4-BE49-F238E27FC236}">
                <a16:creationId xmlns:a16="http://schemas.microsoft.com/office/drawing/2014/main" id="{0D82E30B-4E95-4B73-9014-71990AE21DBE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008CD909-AC78-4980-BB04-8608F18CDC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8B5D8E88-5919-40A0-A4A4-2E6587AD68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700557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698" userDrawn="1">
          <p15:clr>
            <a:srgbClr val="C35EA4"/>
          </p15:clr>
        </p15:guide>
        <p15:guide id="2" pos="3840" userDrawn="1">
          <p15:clr>
            <a:srgbClr val="C35EA4"/>
          </p15:clr>
        </p15:guide>
        <p15:guide id="3" orient="horz" pos="2160" userDrawn="1">
          <p15:clr>
            <a:srgbClr val="C35EA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Keyli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Insert Salutation 72pt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70882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C35E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left-image bkg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3E7551B-7F86-46D2-A90B-DF5CC30BDF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Insert Salutation 72pt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/>
          </a:p>
        </p:txBody>
      </p:sp>
      <p:sp>
        <p:nvSpPr>
          <p:cNvPr id="6" name="GTS_WH" descr="Accenture Greater Than symbol in white">
            <a:extLst>
              <a:ext uri="{FF2B5EF4-FFF2-40B4-BE49-F238E27FC236}">
                <a16:creationId xmlns:a16="http://schemas.microsoft.com/office/drawing/2014/main" id="{5820492B-C4D2-42F2-B2B8-CB1CE70F894B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0999" y="5607812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8613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C35E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67CB869-86C7-4B5D-B21D-C7104400ECFC}"/>
              </a:ext>
            </a:extLst>
          </p:cNvPr>
          <p:cNvSpPr/>
          <p:nvPr userDrawn="1"/>
        </p:nvSpPr>
        <p:spPr bwMode="black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7101C55-360F-4A30-88C9-2A386C411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5282245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5527522"/>
            <a:ext cx="3102015" cy="784378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1429154"/>
            <a:ext cx="5152292" cy="225571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71190"/>
            <a:ext cx="5152292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ct val="90000"/>
              </a:lnSpc>
              <a:buNone/>
              <a:defRPr lang="en-US" sz="2400" b="0" i="0" kern="1200" spc="0" dirty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Palatino Linotype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1D1C16-1E67-46BA-A7F0-31738E52069F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060915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A764EB37-3299-4AEF-9398-9D9C84AB73F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15" name="Date Placeholder 10">
            <a:extLst>
              <a:ext uri="{FF2B5EF4-FFF2-40B4-BE49-F238E27FC236}">
                <a16:creationId xmlns:a16="http://schemas.microsoft.com/office/drawing/2014/main" id="{C1D8BA10-E028-4E4B-A19C-12B864B01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09D55F2-CAE5-4C0F-8D54-A28CECDB93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AA97401-81EE-4280-A94C-955E96B005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Palatino Linotyp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DC0C86-80A9-481C-A2D5-6F509B89192B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8" name="GTS_WH" descr="Accenture Greater Than symbol in white">
            <a:extLst>
              <a:ext uri="{FF2B5EF4-FFF2-40B4-BE49-F238E27FC236}">
                <a16:creationId xmlns:a16="http://schemas.microsoft.com/office/drawing/2014/main" id="{C703F910-26EC-4B07-B522-B28DEB82C3EA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3483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605" userDrawn="1">
          <p15:clr>
            <a:srgbClr val="C35EA4"/>
          </p15:clr>
        </p15:guide>
        <p15:guide id="2" pos="3840" userDrawn="1">
          <p15:clr>
            <a:srgbClr val="C35E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E55EA4F-E473-41EF-9E00-3D69D5F1AE6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6" name="Date Placeholder 10">
            <a:extLst>
              <a:ext uri="{FF2B5EF4-FFF2-40B4-BE49-F238E27FC236}">
                <a16:creationId xmlns:a16="http://schemas.microsoft.com/office/drawing/2014/main" id="{0AF5D71E-5FA3-4080-B28F-B3110AB34D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51481AAC-1471-4278-A104-D559B82B52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BEB3B30-172A-47BC-8F00-43F601E1F8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Palatino Linotyp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481612-058D-4A52-B93E-53E75F305C81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C6212C50-BB96-4C0C-BC89-2B3C8082149D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5A65B91D-87CB-4DC8-B4B1-CE82A8E5C6F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E102C68A-98DA-4EBB-AAFF-D0C6E56ADE1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430539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696" userDrawn="1">
          <p15:clr>
            <a:srgbClr val="C35EA4"/>
          </p15:clr>
        </p15:guide>
        <p15:guide id="2" pos="3840" userDrawn="1">
          <p15:clr>
            <a:srgbClr val="C35E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rgbClr val="E6DCFF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FBD97-7A23-4453-9DFC-F825350AF9B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1A7501AC-E717-4CB3-89D9-DEE7B06E1876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9153213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E84F1646-52FE-4716-AED1-FE252A8E05E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5FBA828-A6EE-4CDC-A2F1-52C5DC0E3C3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785629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5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9" name="GTS_WH" descr="Accenture Greater Than symbol in white">
            <a:extLst>
              <a:ext uri="{FF2B5EF4-FFF2-40B4-BE49-F238E27FC236}">
                <a16:creationId xmlns:a16="http://schemas.microsoft.com/office/drawing/2014/main" id="{08C622A3-6AC3-418E-A8AE-75B117754CFC}"/>
              </a:ext>
            </a:extLst>
          </p:cNvPr>
          <p:cNvSpPr>
            <a:spLocks noChangeAspect="1"/>
          </p:cNvSpPr>
          <p:nvPr userDrawn="1"/>
        </p:nvSpPr>
        <p:spPr bwMode="white">
          <a:xfrm>
            <a:off x="381001" y="560781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658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6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12688DA9-25EC-4AC3-AD0E-0CC139E1167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1" y="4190292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279EB0A-2DCA-4410-A834-F9A425FF96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464481-354D-44BF-B8B2-E0AFA2830FDC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9" name="Logo_WH" descr="Accenture logo in white">
            <a:extLst>
              <a:ext uri="{FF2B5EF4-FFF2-40B4-BE49-F238E27FC236}">
                <a16:creationId xmlns:a16="http://schemas.microsoft.com/office/drawing/2014/main" id="{BA79480B-BE6F-49EC-829D-D8AF858ABFD8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381001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80D6DAB6-FE72-4647-9B94-83468BA6B4A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6961114-35B1-4F8E-96CC-0CA3D18133F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605010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7 Acquisition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84A5767-82AC-46A2-88DD-C31D51E1CB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9B6BF12D-A981-4F4E-B8F1-FF12DC840F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Font typeface="Arial" panose="020B0604020202020204" pitchFamily="34" charset="0"/>
              <a:buNone/>
              <a:defRPr sz="1400"/>
            </a:lvl1pPr>
          </a:lstStyle>
          <a:p>
            <a:r>
              <a:rPr lang="en-GB" dirty="0"/>
              <a:t>Add client logo</a:t>
            </a:r>
            <a:endParaRPr lang="en-US" dirty="0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659D61A8-47A5-47C2-A85A-BCCCBE83C91F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1001" y="38100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3005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818ECE-32D7-4F71-A6CA-1144DA38ED6C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grpSp>
        <p:nvGrpSpPr>
          <p:cNvPr id="8" name="Logo_BL" descr="Accenture logo in black and purple">
            <a:extLst>
              <a:ext uri="{FF2B5EF4-FFF2-40B4-BE49-F238E27FC236}">
                <a16:creationId xmlns:a16="http://schemas.microsoft.com/office/drawing/2014/main" id="{35D3F8C8-B2E5-431B-9639-9F05530860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9AD7BAC9-11D9-4846-95CD-5C2B827147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CAEDE4E-DAF3-4FBC-BAEB-E0C26C20EB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553992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2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bg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pic>
        <p:nvPicPr>
          <p:cNvPr id="10" name="Graphic 9" descr="Accenture Greater Than symbol in purple">
            <a:extLst>
              <a:ext uri="{FF2B5EF4-FFF2-40B4-BE49-F238E27FC236}">
                <a16:creationId xmlns:a16="http://schemas.microsoft.com/office/drawing/2014/main" id="{299A6723-3F53-4981-840E-D1D62874F6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636" y="5607811"/>
            <a:ext cx="641502" cy="70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5621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3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190292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519641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4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771526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 dirty="0"/>
              <a:t>Add client logo</a:t>
            </a:r>
            <a:endParaRPr lang="en-US" dirty="0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1C5BF709-3623-4620-9FF0-B8F8076A8BE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C7B64CB8-485B-4A84-AF6D-C9EF2955140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74AE1E9A-205A-4C25-A6CD-8452DDD2990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988493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5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733891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4734391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4979668"/>
            <a:ext cx="4114799" cy="548640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 dirty="0"/>
              <a:t>Add client logo</a:t>
            </a:r>
            <a:endParaRPr lang="en-US" dirty="0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8D3E8DD1-C700-46AC-AA94-9072B0F3175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9093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799A1684-BC33-4579-B840-616EB6D11E8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A5AD5E73-6E1C-44F8-9F73-9F3D4F6DF76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237294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6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Picture Placeholder 11" descr="Image placeholder for client logo">
            <a:extLst>
              <a:ext uri="{FF2B5EF4-FFF2-40B4-BE49-F238E27FC236}">
                <a16:creationId xmlns:a16="http://schemas.microsoft.com/office/drawing/2014/main" id="{FFB79963-9269-41F8-B968-34FCB68C87F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926766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 dirty="0"/>
              <a:t>Add client logo</a:t>
            </a:r>
            <a:endParaRPr lang="en-US" dirty="0"/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259063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7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715308A-2B7A-4485-A51C-F3F23FC426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pic>
        <p:nvPicPr>
          <p:cNvPr id="5" name="Graphic 4" descr="Accenture Greater Than symbol in purple">
            <a:extLst>
              <a:ext uri="{FF2B5EF4-FFF2-40B4-BE49-F238E27FC236}">
                <a16:creationId xmlns:a16="http://schemas.microsoft.com/office/drawing/2014/main" id="{8DD1DFCC-5489-470C-84F4-93032F0960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636" y="382725"/>
            <a:ext cx="641502" cy="704088"/>
          </a:xfrm>
          <a:prstGeom prst="rect">
            <a:avLst/>
          </a:prstGeom>
        </p:spPr>
      </p:pic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05B9195C-3F7A-4A18-80FA-FB81E2ECDE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 dirty="0"/>
              <a:t>Add client logo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3554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ccenture Gradient Dark">
            <a:extLst>
              <a:ext uri="{FF2B5EF4-FFF2-40B4-BE49-F238E27FC236}">
                <a16:creationId xmlns:a16="http://schemas.microsoft.com/office/drawing/2014/main" id="{86F62995-A1F7-47A0-AD35-CBADA97239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"/>
          <a:stretch/>
        </p:blipFill>
        <p:spPr bwMode="invGray"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61CA96-71E3-F941-B41E-52928AB911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title 54pt</a:t>
            </a:r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B2379EA-B598-42DD-B03E-5C4FC1D468F3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554CD-E019-4C08-B5A4-5F61D7C5C77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6E358-2729-446E-A347-B15F9BDA98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BA78113E-7EB8-4DE2-8CBF-D29C62304622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4821521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Co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ccenture Gradient Mid&#10;">
            <a:extLst>
              <a:ext uri="{FF2B5EF4-FFF2-40B4-BE49-F238E27FC236}">
                <a16:creationId xmlns:a16="http://schemas.microsoft.com/office/drawing/2014/main" id="{D34847E9-71CB-4177-8BB3-C4EDB8A3E2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title 54pt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88312-3597-964E-9B24-8371E2C85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70180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4" name="GTS_WH" descr="Accenture Greater Than symbol in white">
            <a:extLst>
              <a:ext uri="{FF2B5EF4-FFF2-40B4-BE49-F238E27FC236}">
                <a16:creationId xmlns:a16="http://schemas.microsoft.com/office/drawing/2014/main" id="{3FC0722F-C643-4988-96E8-F00519CB3A00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69A96-ECEE-46C8-AC65-A99027BA920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E763AAD7-74C8-41FD-9725-0A3F857D6E23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0860008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Numbered, Gradient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ccenture Gradient Mid">
            <a:extLst>
              <a:ext uri="{FF2B5EF4-FFF2-40B4-BE49-F238E27FC236}">
                <a16:creationId xmlns:a16="http://schemas.microsoft.com/office/drawing/2014/main" id="{CB16898D-3DD4-439C-B43F-558C1FDD36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 userDrawn="1"/>
        </p:nvSpPr>
        <p:spPr bwMode="white">
          <a:xfrm>
            <a:off x="0" y="3428999"/>
            <a:ext cx="12192000" cy="3429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3889828"/>
            <a:ext cx="6186713" cy="2422072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/>
              <a:t>#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5427" y="3889827"/>
            <a:ext cx="2993573" cy="242207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6" name="GTS_WH" descr="Accenture Greater Than symbol in white">
            <a:extLst>
              <a:ext uri="{FF2B5EF4-FFF2-40B4-BE49-F238E27FC236}">
                <a16:creationId xmlns:a16="http://schemas.microsoft.com/office/drawing/2014/main" id="{C5173724-68B6-47CD-B850-71B1407EEAA1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4ADF7-CE17-4A46-8A63-A366F9BB14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CD7EB03D-A4F9-4B94-8D66-50E64636E3D7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7061314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69933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0" indent="0">
              <a:buNone/>
              <a:defRPr sz="1800"/>
            </a:lvl2pPr>
            <a:lvl3pPr marL="228600">
              <a:buFont typeface="Arial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Arial" panose="020B0604020202020204" pitchFamily="34" charset="0"/>
              <a:buChar char="•"/>
              <a:defRPr sz="1600"/>
            </a:lvl5pPr>
          </a:lstStyle>
          <a:p>
            <a:pPr marL="0" marR="0" lvl="0" indent="0" algn="l" defTabSz="228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agenda summary </a:t>
            </a:r>
            <a:r>
              <a:rPr lang="en-GB" dirty="0"/>
              <a:t>here in Palatino Linotype 24pt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1" cy="810399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Agenda title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/>
          <p:nvPr userDrawn="1"/>
        </p:nvCxnSpPr>
        <p:spPr>
          <a:xfrm>
            <a:off x="4045241" y="1371600"/>
            <a:ext cx="0" cy="471948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AC36967-E06B-4969-8A84-34414BB2719E}"/>
              </a:ext>
            </a:extLst>
          </p:cNvPr>
          <p:cNvSpPr>
            <a:spLocks noGrp="1"/>
          </p:cNvSpPr>
          <p:nvPr>
            <p:ph type="dt" sz="half" idx="5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9FC62F-A91E-4A96-A8DD-B514B9CC7898}"/>
              </a:ext>
            </a:extLst>
          </p:cNvPr>
          <p:cNvSpPr>
            <a:spLocks noGrp="1"/>
          </p:cNvSpPr>
          <p:nvPr>
            <p:ph type="sldNum" sz="quarter" idx="5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8763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6DB689C-7DB3-4046-A1BF-E63F8EF784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87C97B1E-CB9E-4CBC-A6F1-1D4F2E4ECB3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0"/>
            <a:ext cx="11430000" cy="4940300"/>
          </a:xfrm>
        </p:spPr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/>
            </a:lvl1pPr>
            <a:lvl2pPr marL="457200">
              <a:defRPr/>
            </a:lvl2pPr>
            <a:lvl3pPr marL="685800">
              <a:defRPr/>
            </a:lvl3pPr>
            <a:lvl4pPr marL="914400">
              <a:defRPr/>
            </a:lvl4pPr>
            <a:lvl5pPr marL="1143000">
              <a:defRPr/>
            </a:lvl5pPr>
          </a:lstStyle>
          <a:p>
            <a:pPr lvl="0"/>
            <a:r>
              <a:rPr lang="en-US" dirty="0"/>
              <a:t>Place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B97E9-6648-4C18-B41E-51CD1E7E366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F08054-D45D-43B9-A715-CB9811EA9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0854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ng Headline and 1 Column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 dirty="0"/>
              <a:t>Place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5EFDEB3F-4743-43EA-A121-ED3CB6054C7F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E8EF8B7-9D2C-4DDE-ABE1-8FC06C7B0A1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E4BD60C-9F72-40D7-86A8-E9D46FD12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117A191-D16A-460E-B7BA-7BF7C04A205B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4900924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949194"/>
            <a:ext cx="11430000" cy="4362706"/>
          </a:xfrm>
        </p:spPr>
        <p:txBody>
          <a:bodyPr/>
          <a:lstStyle/>
          <a:p>
            <a:pPr lvl="0"/>
            <a:r>
              <a:rPr lang="en-US" dirty="0"/>
              <a:t>Place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20pt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61201FE-E268-4CDE-95EA-46510FB9E57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003EBB-4B76-4B76-A883-A5F8C55DD75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445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1" userDrawn="1">
          <p15:clr>
            <a:srgbClr val="547EBF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2 - Headline + GT Sec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3004457"/>
            <a:ext cx="5524500" cy="286599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228600" indent="-228600">
              <a:buFont typeface="Arial" panose="020B0604020202020204" pitchFamily="34" charset="0"/>
              <a:buChar char="•"/>
              <a:defRPr sz="1800"/>
            </a:lvl2pPr>
            <a:lvl3pPr marL="457200">
              <a:buFont typeface="Arial" panose="020B0503030202060203" pitchFamily="34" charset="0"/>
              <a:buChar char="–"/>
              <a:defRPr sz="1800"/>
            </a:lvl3pPr>
            <a:lvl4pPr marL="685800">
              <a:buFont typeface="Arial" panose="020B0604020202020204" pitchFamily="34" charset="0"/>
              <a:buChar char="•"/>
              <a:defRPr sz="1600"/>
            </a:lvl4pPr>
            <a:lvl5pPr marL="914400">
              <a:buFont typeface="Arial" panose="020B0503030202060203" pitchFamily="34" charset="0"/>
              <a:buChar char="–"/>
              <a:defRPr sz="1600"/>
            </a:lvl5pPr>
          </a:lstStyle>
          <a:p>
            <a:pPr marL="0" marR="0" lvl="0" indent="0" algn="l" defTabSz="228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sub-headline here </a:t>
            </a:r>
            <a:r>
              <a:rPr lang="en-GB" dirty="0"/>
              <a:t>in Palatino Linotype 24pt</a:t>
            </a:r>
            <a:r>
              <a:rPr lang="en-US" dirty="0"/>
              <a:t>, indent for other levels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bullet 18pt</a:t>
            </a:r>
          </a:p>
          <a:p>
            <a:pPr lvl="3"/>
            <a:r>
              <a:rPr lang="en-US" dirty="0"/>
              <a:t>Fourth level bullet 16pt</a:t>
            </a:r>
          </a:p>
          <a:p>
            <a:pPr lvl="4"/>
            <a:r>
              <a:rPr lang="en-US" dirty="0"/>
              <a:t>Fifth level bullet 16pt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C1513EB-EC9B-9B42-BA12-BC659505A76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6499" y="1371601"/>
            <a:ext cx="5524500" cy="450242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Place text here 20pt</a:t>
            </a:r>
          </a:p>
          <a:p>
            <a:pPr lvl="1"/>
            <a:r>
              <a:rPr lang="en-US" dirty="0"/>
              <a:t>Second level 20pt</a:t>
            </a:r>
          </a:p>
          <a:p>
            <a:pPr lvl="2"/>
            <a:r>
              <a:rPr lang="en-US" dirty="0"/>
              <a:t>Third level 20pt</a:t>
            </a:r>
          </a:p>
          <a:p>
            <a:pPr lvl="3"/>
            <a:r>
              <a:rPr lang="en-US" dirty="0"/>
              <a:t>Fourth level 18pt</a:t>
            </a:r>
          </a:p>
          <a:p>
            <a:pPr lvl="4"/>
            <a:r>
              <a:rPr lang="en-US" dirty="0"/>
              <a:t>Fifth level 18pt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1371601"/>
            <a:ext cx="5524499" cy="1632856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F2282C-BD3B-4F10-981C-FDEEBAADFFC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A98C7D2-83A7-4A9C-99DF-E18DFFFE1BD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85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20" userDrawn="1">
          <p15:clr>
            <a:srgbClr val="C35E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87552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3202BE-D67B-4652-93F1-A99CED0D15E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C61CF-EB8A-421E-B9B8-AA3A4D90D3F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4209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20pt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ACFCDC-02F2-450B-8A41-6D602E21D74F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D73D0-E25F-4121-B46E-C977B93C854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974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2 Headings/Co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E1E44A-D007-46D2-9E20-283025607FF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286499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20pt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D801770-C3F9-4ABD-9427-010C745B6059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6BFFAF-2A5A-4146-8785-B71A2FFAD78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450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8" userDrawn="1">
          <p15:clr>
            <a:srgbClr val="C35EA4"/>
          </p15:clr>
        </p15:guide>
        <p15:guide id="2" orient="horz" pos="932" userDrawn="1">
          <p15:clr>
            <a:srgbClr val="547EBF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318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318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503030202060203" pitchFamily="34" charset="0"/>
              <a:buNone/>
              <a:tabLst/>
            </a:pPr>
            <a:r>
              <a:rPr lang="en-US" dirty="0"/>
              <a:t>Sixth level 12pt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318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503030202060203" pitchFamily="34" charset="0"/>
              <a:buNone/>
              <a:tabLst/>
            </a:pPr>
            <a:r>
              <a:rPr lang="en-US" dirty="0"/>
              <a:t>Sixth level 12pt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974BDB1-DA1D-43EC-81BC-66135DB7B8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20pt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141B1F-78D9-4953-A12A-4B67B6AF38A6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296DA2C-092A-4DF9-A6E7-8B070164528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997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 userDrawn="1">
          <p15:clr>
            <a:srgbClr val="C35EA4"/>
          </p15:clr>
        </p15:guide>
        <p15:guide id="2" orient="horz" pos="932" userDrawn="1">
          <p15:clr>
            <a:srgbClr val="547EBF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2571749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2571749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3337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3337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8650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8650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973701C-90E3-449B-A44A-0C66B094560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92392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6CB018D-34A3-4417-AE76-9BB3793F033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2392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81000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0F6CE73-9C88-264F-A7F2-A3D2B2D1938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3337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F289FE6-F2A2-784D-9D31-047C10F04CDF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6286500" y="3145138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A079B5C1-1D0F-8F40-A376-4AE3B49D1B5A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92392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01BF3E00-F066-4583-A5B1-87DD19666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5650FA89-A64B-4802-B6DF-D1844A8430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20pt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E5C63E-F15E-4C0B-AF50-21103AC68C3B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D5FEE-951C-4AB1-A5BA-733E8D6B70A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09759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98" userDrawn="1">
          <p15:clr>
            <a:srgbClr val="C35EA4"/>
          </p15:clr>
        </p15:guide>
        <p15:guide id="2" orient="horz" pos="932" userDrawn="1">
          <p15:clr>
            <a:srgbClr val="547EBF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5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79882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898899"/>
            <a:ext cx="1985504" cy="1971541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3943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145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347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25496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3EDE11-CE40-4943-AE63-A3B14CB3C037}"/>
              </a:ext>
            </a:extLst>
          </p:cNvPr>
          <p:cNvCxnSpPr>
            <a:cxnSpLocks/>
          </p:cNvCxnSpPr>
          <p:nvPr userDrawn="1"/>
        </p:nvCxnSpPr>
        <p:spPr>
          <a:xfrm>
            <a:off x="114156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7ED40C-58DA-45F1-8E80-6A74976C6E1E}"/>
              </a:ext>
            </a:extLst>
          </p:cNvPr>
          <p:cNvCxnSpPr/>
          <p:nvPr userDrawn="1"/>
        </p:nvCxnSpPr>
        <p:spPr>
          <a:xfrm>
            <a:off x="350358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1A22B2-C08A-41DA-ACB1-5B59B4CDA8DE}"/>
              </a:ext>
            </a:extLst>
          </p:cNvPr>
          <p:cNvCxnSpPr/>
          <p:nvPr userDrawn="1"/>
        </p:nvCxnSpPr>
        <p:spPr>
          <a:xfrm>
            <a:off x="586560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D3E374-86AB-4A80-81AD-B09F07C51B80}"/>
              </a:ext>
            </a:extLst>
          </p:cNvPr>
          <p:cNvCxnSpPr/>
          <p:nvPr userDrawn="1"/>
        </p:nvCxnSpPr>
        <p:spPr>
          <a:xfrm>
            <a:off x="822762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3A5244A-D0CA-43CB-A0DB-296A219EDC9D}"/>
              </a:ext>
            </a:extLst>
          </p:cNvPr>
          <p:cNvCxnSpPr>
            <a:cxnSpLocks/>
          </p:cNvCxnSpPr>
          <p:nvPr userDrawn="1"/>
        </p:nvCxnSpPr>
        <p:spPr>
          <a:xfrm>
            <a:off x="10589648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8D97977-AAE6-4533-93CA-ADE704E9F4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20pt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E443840-6E6B-4EB9-979C-F63E32C2A658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E5531F-1F72-4FFD-8F72-619B3652C1F0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126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 userDrawn="1">
          <p15:clr>
            <a:srgbClr val="C35EA4"/>
          </p15:clr>
        </p15:guide>
        <p15:guide id="2" orient="horz" pos="932" userDrawn="1">
          <p15:clr>
            <a:srgbClr val="547EBF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4-Box Sha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4655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817351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480047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42743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4653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solidFill>
                  <a:schemeClr val="accent2"/>
                </a:solidFill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</a:t>
            </a:r>
            <a:br>
              <a:rPr lang="en-US" dirty="0"/>
            </a:br>
            <a:r>
              <a:rPr lang="en-US" dirty="0"/>
              <a:t>Last name 21pt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7350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</a:t>
            </a:r>
            <a:br>
              <a:rPr lang="en-US" dirty="0"/>
            </a:br>
            <a:r>
              <a:rPr lang="en-US" dirty="0"/>
              <a:t>Last name 21pt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0047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</a:t>
            </a:r>
            <a:br>
              <a:rPr lang="en-US" dirty="0"/>
            </a:br>
            <a:r>
              <a:rPr lang="en-US" dirty="0"/>
              <a:t>Last name 21pt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2742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</a:t>
            </a:r>
            <a:br>
              <a:rPr lang="en-US" dirty="0"/>
            </a:br>
            <a:r>
              <a:rPr lang="en-US" dirty="0"/>
              <a:t>Last name 21pt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E3109A-368D-4DCA-B078-4A0F050889E0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0C8D5-C033-461A-958D-290DCBC41F1C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1865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6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lIns="91440" tIns="0"/>
          <a:lstStyle>
            <a:lvl1pPr marL="0" indent="0">
              <a:buNone/>
              <a:defRPr sz="1800" b="0"/>
            </a:lvl1pPr>
          </a:lstStyle>
          <a:p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BEB5A56-DED2-134F-B0DE-11936982FF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23321BD-6745-7944-910F-B8C8E4AC31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2A6C4DC7-1806-A74D-B434-61FF385F82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053D7F26-6DC1-034C-B572-B4BFE718C7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E075A489-B7B7-CE40-B061-D8A36AFCC8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FF2BF483-5EDC-9242-AD58-57E84F538C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7" name="Picture Placeholder 4">
            <a:extLst>
              <a:ext uri="{FF2B5EF4-FFF2-40B4-BE49-F238E27FC236}">
                <a16:creationId xmlns:a16="http://schemas.microsoft.com/office/drawing/2014/main" id="{9FEF6117-B6D9-4841-8EFA-DF78BCFA9C0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77415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90B0A6BB-BC70-4436-B334-35CF914D177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EA23CA56-3568-4982-84E5-176DE32541C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7E019EA7-B58E-4B17-A663-2E8CCD701589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9A57066F-5BF5-43F7-A9DA-1788B5511DA7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5" name="Picture Placeholder 4">
            <a:extLst>
              <a:ext uri="{FF2B5EF4-FFF2-40B4-BE49-F238E27FC236}">
                <a16:creationId xmlns:a16="http://schemas.microsoft.com/office/drawing/2014/main" id="{EA5F90EC-FB85-4041-85C1-409768D3A0C0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EF35D7-1CC8-4C79-A1E0-8638A1ED7CAD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01404-8E34-4C2F-8D99-239BD7B88412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034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 userDrawn="1">
          <p15:clr>
            <a:srgbClr val="C35EA4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ng Headline-Team 6-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lIns="91440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2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52" name="Text Placeholder 21">
            <a:extLst>
              <a:ext uri="{FF2B5EF4-FFF2-40B4-BE49-F238E27FC236}">
                <a16:creationId xmlns:a16="http://schemas.microsoft.com/office/drawing/2014/main" id="{6DA3268F-5CC4-7E4D-879D-3A3F1FBF6B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53" name="Text Placeholder 21">
            <a:extLst>
              <a:ext uri="{FF2B5EF4-FFF2-40B4-BE49-F238E27FC236}">
                <a16:creationId xmlns:a16="http://schemas.microsoft.com/office/drawing/2014/main" id="{855592D2-902A-1146-B433-6648BEC8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4389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2" name="GTS_WH" descr="Accenture Greater Than symbol in white">
            <a:extLst>
              <a:ext uri="{FF2B5EF4-FFF2-40B4-BE49-F238E27FC236}">
                <a16:creationId xmlns:a16="http://schemas.microsoft.com/office/drawing/2014/main" id="{B49891DC-D80E-4D1B-961E-1B567E0E453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199DF3DD-2E34-4D79-8E11-12CE813E73F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8100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5" name="Picture Placeholder 4">
            <a:extLst>
              <a:ext uri="{FF2B5EF4-FFF2-40B4-BE49-F238E27FC236}">
                <a16:creationId xmlns:a16="http://schemas.microsoft.com/office/drawing/2014/main" id="{6FCD1A94-A214-4264-842C-B5DA710C1F3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895C1CB4-E517-4380-8170-E8C0CA787FB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6AFBE91E-BB56-4FAF-ADEB-859CA86F829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15D78B8A-7ECF-44EE-A95F-FBD072A68894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F2F64C30-F694-4DC6-AAED-5ECA99ECCF51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284481-1B7D-4FEF-AD70-CBFD72F62133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B611A-32AD-4363-9F59-4DD34EEBD070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Footer Placeholder 3">
            <a:extLst>
              <a:ext uri="{FF2B5EF4-FFF2-40B4-BE49-F238E27FC236}">
                <a16:creationId xmlns:a16="http://schemas.microsoft.com/office/drawing/2014/main" id="{0E5A3736-C9C6-4311-80A7-2FFA47E25154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8260289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703" userDrawn="1">
          <p15:clr>
            <a:srgbClr val="C35EA4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8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81000" y="1295233"/>
            <a:ext cx="3540355" cy="501666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dirty="0"/>
              <a:t>Place text here, use indent to access other levels 20pt</a:t>
            </a:r>
          </a:p>
          <a:p>
            <a:pPr lvl="1"/>
            <a:r>
              <a:rPr lang="en-GB" dirty="0"/>
              <a:t>Second level 20pt</a:t>
            </a:r>
          </a:p>
          <a:p>
            <a:pPr lvl="2"/>
            <a:r>
              <a:rPr lang="en-GB" dirty="0"/>
              <a:t>Third level 20pt</a:t>
            </a:r>
          </a:p>
          <a:p>
            <a:pPr lvl="3"/>
            <a:r>
              <a:rPr lang="en-GB" dirty="0"/>
              <a:t>Fourth level 18pt</a:t>
            </a:r>
          </a:p>
          <a:p>
            <a:pPr lvl="4"/>
            <a:r>
              <a:rPr lang="en-GB" dirty="0"/>
              <a:t>Fifth level 18pt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CD7EAAF9-7102-4351-9F35-C40B3F3819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25820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CC40CB3D-DFEA-4056-B2DA-887E7C86324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98231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BABECB-6F2D-4068-AEE6-A603DAA72EF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43053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914A31DD-59CB-48C9-9C28-954E6B85C62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70642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57" name="Text Placeholder 21">
            <a:extLst>
              <a:ext uri="{FF2B5EF4-FFF2-40B4-BE49-F238E27FC236}">
                <a16:creationId xmlns:a16="http://schemas.microsoft.com/office/drawing/2014/main" id="{224BCF40-5B7A-4471-B077-3EEE956ADC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5822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58" name="Text Placeholder 21">
            <a:extLst>
              <a:ext uri="{FF2B5EF4-FFF2-40B4-BE49-F238E27FC236}">
                <a16:creationId xmlns:a16="http://schemas.microsoft.com/office/drawing/2014/main" id="{68E899C2-D12C-4214-88A5-B7A6E1BCDC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98233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59" name="Text Placeholder 21">
            <a:extLst>
              <a:ext uri="{FF2B5EF4-FFF2-40B4-BE49-F238E27FC236}">
                <a16:creationId xmlns:a16="http://schemas.microsoft.com/office/drawing/2014/main" id="{66A0D763-27FE-421C-A5D9-19A08FC2D8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70644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78" name="Text Placeholder 21">
            <a:extLst>
              <a:ext uri="{FF2B5EF4-FFF2-40B4-BE49-F238E27FC236}">
                <a16:creationId xmlns:a16="http://schemas.microsoft.com/office/drawing/2014/main" id="{43E52046-A5DE-47E3-A9A3-ADD4F6DB82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43055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BA696AEF-3D6B-2E4A-853E-8A8760E58D0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325822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33" name="Picture Placeholder 13">
            <a:extLst>
              <a:ext uri="{FF2B5EF4-FFF2-40B4-BE49-F238E27FC236}">
                <a16:creationId xmlns:a16="http://schemas.microsoft.com/office/drawing/2014/main" id="{05B98E7F-7333-A04B-94D4-281325401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29823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34" name="Picture Placeholder 13">
            <a:extLst>
              <a:ext uri="{FF2B5EF4-FFF2-40B4-BE49-F238E27FC236}">
                <a16:creationId xmlns:a16="http://schemas.microsoft.com/office/drawing/2014/main" id="{B99C455B-37CC-4E44-8046-56AF81C1636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024305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AA6B0A5-6A50-1640-8F39-F8AC766655F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270644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CDFBCAAC-9CA0-5A4E-8684-A49AAB0BA65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25822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0C025F6B-BD75-0A4C-87E1-147D69F7C5B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98233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A9CB5A73-2496-3841-A61A-1965B0A6AD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270644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886F547A-67CA-C749-B9EA-AA1142C315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243055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1559D4A6-A7D1-4EAE-87E5-EB8A4B73E546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4325822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564E037C-8888-4DE6-88C4-A629CBF5F3A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298233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51" name="Picture Placeholder 4">
            <a:extLst>
              <a:ext uri="{FF2B5EF4-FFF2-40B4-BE49-F238E27FC236}">
                <a16:creationId xmlns:a16="http://schemas.microsoft.com/office/drawing/2014/main" id="{1DD1D133-7281-4297-B58B-4683B9743A55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8270644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52" name="Picture Placeholder 4">
            <a:extLst>
              <a:ext uri="{FF2B5EF4-FFF2-40B4-BE49-F238E27FC236}">
                <a16:creationId xmlns:a16="http://schemas.microsoft.com/office/drawing/2014/main" id="{4D49677A-CABE-49CD-A2EE-9EC21E15DF23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10243055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53" name="Picture Placeholder 4">
            <a:extLst>
              <a:ext uri="{FF2B5EF4-FFF2-40B4-BE49-F238E27FC236}">
                <a16:creationId xmlns:a16="http://schemas.microsoft.com/office/drawing/2014/main" id="{E46B730A-2104-4381-A7F8-6A08201D7F97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325822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60" name="Picture Placeholder 4">
            <a:extLst>
              <a:ext uri="{FF2B5EF4-FFF2-40B4-BE49-F238E27FC236}">
                <a16:creationId xmlns:a16="http://schemas.microsoft.com/office/drawing/2014/main" id="{15BD8921-64C2-47AC-9DE2-E4DFFCBF7C64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9823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61" name="Picture Placeholder 4">
            <a:extLst>
              <a:ext uri="{FF2B5EF4-FFF2-40B4-BE49-F238E27FC236}">
                <a16:creationId xmlns:a16="http://schemas.microsoft.com/office/drawing/2014/main" id="{3EF9A07C-1758-4B3E-A1CD-67412E56BBFE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8270644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25D8A2F3-A845-4271-8B71-45408EF9F6C1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024305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30291C7-0C7B-43D2-8CFC-304243A1CD04}"/>
              </a:ext>
            </a:extLst>
          </p:cNvPr>
          <p:cNvSpPr>
            <a:spLocks noGrp="1"/>
          </p:cNvSpPr>
          <p:nvPr>
            <p:ph type="dt" sz="half" idx="6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EADAF-2195-4A35-8FEB-B95CCB8CCE5C}"/>
              </a:ext>
            </a:extLst>
          </p:cNvPr>
          <p:cNvSpPr>
            <a:spLocks noGrp="1"/>
          </p:cNvSpPr>
          <p:nvPr>
            <p:ph type="sldNum" sz="quarter" idx="6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192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ort Headline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1"/>
            <a:ext cx="6096000" cy="6857999"/>
          </a:xfr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dirty="0"/>
              <a:t>Drag picture to placeholder or click icon to add, then ‘Send to Back’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6067A3-9F0D-44FB-B267-D94DE708562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3267634"/>
            <a:ext cx="5330952" cy="30442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228600" indent="-228600">
              <a:buFont typeface="Arial" panose="020B0604020202020204" pitchFamily="34" charset="0"/>
              <a:buChar char="•"/>
              <a:defRPr sz="1800"/>
            </a:lvl2pPr>
            <a:lvl3pPr marL="457200">
              <a:buFont typeface="Arial" panose="020B0503030202060203" pitchFamily="34" charset="0"/>
              <a:buChar char="–"/>
              <a:defRPr sz="1800"/>
            </a:lvl3pPr>
            <a:lvl4pPr marL="685800">
              <a:buFont typeface="Arial" panose="020B0604020202020204" pitchFamily="34" charset="0"/>
              <a:buChar char="•"/>
              <a:defRPr sz="1600"/>
            </a:lvl4pPr>
            <a:lvl5pPr marL="914400">
              <a:buFont typeface="Arial" panose="020B0503030202060203" pitchFamily="34" charset="0"/>
              <a:buChar char="–"/>
              <a:defRPr sz="1600"/>
            </a:lvl5pPr>
          </a:lstStyle>
          <a:p>
            <a:pPr marL="0" marR="0" lvl="0" indent="0" algn="l" defTabSz="228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sub-headline here </a:t>
            </a:r>
            <a:r>
              <a:rPr lang="en-GB" dirty="0"/>
              <a:t>in Palatino Linotype 24pt</a:t>
            </a:r>
            <a:r>
              <a:rPr lang="en-US" dirty="0"/>
              <a:t>, indent for other levels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bullet 18pt</a:t>
            </a:r>
          </a:p>
          <a:p>
            <a:pPr lvl="3"/>
            <a:r>
              <a:rPr lang="en-US" dirty="0"/>
              <a:t>Fourth level bullet 16pt</a:t>
            </a:r>
          </a:p>
          <a:p>
            <a:pPr lvl="4"/>
            <a:r>
              <a:rPr lang="en-US" dirty="0"/>
              <a:t>Fifth level bullet 16pt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84FC82-B8F8-4C4C-8DB2-C1B82A51BA0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C32B40-3B58-479B-A589-9823B0E14C8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8D53ECFC-028B-4E16-9620-7FF8225BDC2F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5801817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ort Headline and Imag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6096024" cy="6309361"/>
          </a:xfrm>
          <a:solidFill>
            <a:schemeClr val="tx1">
              <a:lumMod val="95000"/>
            </a:schemeClr>
          </a:solidFill>
        </p:spPr>
        <p:txBody>
          <a:bodyPr lIns="0" tIns="210312" anchor="t"/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 userDrawn="1"/>
        </p:nvSpPr>
        <p:spPr bwMode="white">
          <a:xfrm>
            <a:off x="0" y="6309360"/>
            <a:ext cx="12192000" cy="54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B30F4D9-6AB9-4693-B1C3-C7BE8D81EC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9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42B8317-AACA-4DC7-AD68-8986DF6299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80047" y="3264586"/>
            <a:ext cx="5330952" cy="304731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228600" indent="-228600"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457200">
              <a:buFont typeface="Arial" panose="020B0503030202060203" pitchFamily="34" charset="0"/>
              <a:buChar char="–"/>
              <a:defRPr sz="1800">
                <a:solidFill>
                  <a:schemeClr val="tx1"/>
                </a:solidFill>
              </a:defRPr>
            </a:lvl3pPr>
            <a:lvl4pPr marL="685800"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914400">
              <a:buFont typeface="Arial" panose="020B0503030202060203" pitchFamily="34" charset="0"/>
              <a:buChar char="–"/>
              <a:defRPr sz="1600">
                <a:solidFill>
                  <a:schemeClr val="tx1"/>
                </a:solidFill>
              </a:defRPr>
            </a:lvl5pPr>
          </a:lstStyle>
          <a:p>
            <a:pPr marL="0" marR="0" lvl="0" indent="0" algn="l" defTabSz="228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sub-headline here</a:t>
            </a:r>
            <a:r>
              <a:rPr lang="en-GB" dirty="0"/>
              <a:t> in Palatino Linotype 24pt</a:t>
            </a:r>
            <a:r>
              <a:rPr lang="en-US" dirty="0"/>
              <a:t>, indent for other levels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bullet 18pt</a:t>
            </a:r>
          </a:p>
          <a:p>
            <a:pPr lvl="3"/>
            <a:r>
              <a:rPr lang="en-US" dirty="0"/>
              <a:t>Fourth level bullet 16pt</a:t>
            </a:r>
          </a:p>
          <a:p>
            <a:pPr lvl="4"/>
            <a:r>
              <a:rPr lang="en-US" dirty="0"/>
              <a:t>Fifth level bullet 16pt</a:t>
            </a:r>
          </a:p>
        </p:txBody>
      </p:sp>
      <p:sp>
        <p:nvSpPr>
          <p:cNvPr id="12" name="GTS_WH">
            <a:extLst>
              <a:ext uri="{FF2B5EF4-FFF2-40B4-BE49-F238E27FC236}">
                <a16:creationId xmlns:a16="http://schemas.microsoft.com/office/drawing/2014/main" id="{9742AFA2-2F86-4FC9-AB33-FE5A8DC3B4C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BDB60-63D2-4785-893C-E73763A3728F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D511C9-42FA-4DE8-9CC5-2E1BE2E6643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F77C3923-DF26-4DDD-85E3-7AA6D35E27BF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9491802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19">
            <a:extLst>
              <a:ext uri="{FF2B5EF4-FFF2-40B4-BE49-F238E27FC236}">
                <a16:creationId xmlns:a16="http://schemas.microsoft.com/office/drawing/2014/main" id="{9128CE8F-D41A-47B9-921B-C6C1790F8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6839" y="943234"/>
            <a:ext cx="4191000" cy="4976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quote or key message here 54pt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1CC36B3-A978-4435-96FC-F8B3A1FA66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DBAD95D-8CC0-461D-B13E-1E3ABF74564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115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image (alternat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quote or key message here 54pt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786A7A-D9D5-47DA-82CE-8DBF6730F59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44972-5B37-42E7-9449-D3BA0BF5609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4452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istics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FF1C6BE-E6FE-4BD6-8477-A09403EEE56E}"/>
              </a:ext>
            </a:extLst>
          </p:cNvPr>
          <p:cNvSpPr/>
          <p:nvPr userDrawn="1"/>
        </p:nvSpPr>
        <p:spPr bwMode="white">
          <a:xfrm>
            <a:off x="-10" y="-3"/>
            <a:ext cx="6096008" cy="6311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AC315915-FC9E-0942-980E-6C0E99FEA8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0986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311900"/>
          </a:xfrm>
          <a:solidFill>
            <a:schemeClr val="bg1">
              <a:lumMod val="95000"/>
            </a:schemeClr>
          </a:solidFill>
        </p:spPr>
        <p:txBody>
          <a:bodyPr tIns="45720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D7539E0-EC97-4984-8CDD-85CC949BB7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</a:extLst>
          </p:cNvPr>
          <p:cNvCxnSpPr>
            <a:cxnSpLocks/>
          </p:cNvCxnSpPr>
          <p:nvPr userDrawn="1"/>
        </p:nvCxnSpPr>
        <p:spPr>
          <a:xfrm>
            <a:off x="0" y="3155950"/>
            <a:ext cx="6096008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2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1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2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</a:extLst>
          </p:cNvPr>
          <p:cNvCxnSpPr>
            <a:cxnSpLocks/>
          </p:cNvCxnSpPr>
          <p:nvPr userDrawn="1"/>
        </p:nvCxnSpPr>
        <p:spPr>
          <a:xfrm>
            <a:off x="3047998" y="-2"/>
            <a:ext cx="0" cy="631190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94EF33C-E010-4503-AC38-BB48E62572E9}"/>
              </a:ext>
            </a:extLst>
          </p:cNvPr>
          <p:cNvSpPr/>
          <p:nvPr userDrawn="1"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32">
            <a:extLst>
              <a:ext uri="{FF2B5EF4-FFF2-40B4-BE49-F238E27FC236}">
                <a16:creationId xmlns:a16="http://schemas.microsoft.com/office/drawing/2014/main" id="{15FC8104-48E6-B248-8FB6-974B5ABAE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28992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27C860B3-C7A0-E840-9D83-305F739202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0986" y="4646021"/>
            <a:ext cx="2285996" cy="1665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559DD1F-A98C-F14E-95DC-32EC947751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2" y="4646020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pic>
        <p:nvPicPr>
          <p:cNvPr id="19" name="Picture 18" descr="Accenture Greater Than symbol in white">
            <a:extLst>
              <a:ext uri="{FF2B5EF4-FFF2-40B4-BE49-F238E27FC236}">
                <a16:creationId xmlns:a16="http://schemas.microsoft.com/office/drawing/2014/main" id="{E8781F80-F3D9-42F9-B6EE-F6DC303E05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ACEE3D-E490-48C4-9EDD-A3D64349DFA9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4B91A-AC4F-4911-8401-AA8DD14F283A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Footer Placeholder 3">
            <a:extLst>
              <a:ext uri="{FF2B5EF4-FFF2-40B4-BE49-F238E27FC236}">
                <a16:creationId xmlns:a16="http://schemas.microsoft.com/office/drawing/2014/main" id="{85A95DA0-4CC3-42BB-A186-3CFB82C7DFEA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>
                <a:solidFill>
                  <a:schemeClr val="bg1">
                    <a:alpha val="75000"/>
                  </a:schemeClr>
                </a:solidFill>
              </a:rPr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162012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stics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2B70CB6-23E9-4FFC-BB1B-65EBB0571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5333969" cy="2393952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 userDrawn="1"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</a:extLst>
          </p:cNvPr>
          <p:cNvSpPr/>
          <p:nvPr userDrawn="1"/>
        </p:nvSpPr>
        <p:spPr bwMode="white">
          <a:xfrm>
            <a:off x="9144056" y="3155948"/>
            <a:ext cx="3047944" cy="31559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</a:extLst>
          </p:cNvPr>
          <p:cNvSpPr/>
          <p:nvPr userDrawn="1"/>
        </p:nvSpPr>
        <p:spPr bwMode="white">
          <a:xfrm>
            <a:off x="3048000" y="3155948"/>
            <a:ext cx="3047968" cy="3155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-1"/>
            <a:ext cx="3048024" cy="3151189"/>
          </a:xfrm>
          <a:solidFill>
            <a:schemeClr val="bg1">
              <a:lumMod val="95000"/>
            </a:schemeClr>
          </a:solidFill>
        </p:spPr>
        <p:txBody>
          <a:bodyPr t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</a:t>
            </a:r>
          </a:p>
          <a:p>
            <a:r>
              <a:rPr lang="en-GB" dirty="0"/>
              <a:t>or click icon to add</a:t>
            </a:r>
            <a:endParaRPr lang="en-US" dirty="0"/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7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47" name="Text Placeholder 32">
            <a:extLst>
              <a:ext uri="{FF2B5EF4-FFF2-40B4-BE49-F238E27FC236}">
                <a16:creationId xmlns:a16="http://schemas.microsoft.com/office/drawing/2014/main" id="{705CC01D-6D66-4B27-8D0E-E2205E002C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5005" y="1490071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 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8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D36C84D9-D180-4ECA-9C39-AB74A8A3E6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8986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 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6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2ACA6616-E51D-4660-96C1-738E6693FA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76994" y="4647835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 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21" name="Picture Placeholder 35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155942"/>
            <a:ext cx="3048000" cy="3155958"/>
          </a:xfr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t">
            <a:noAutofit/>
          </a:bodyPr>
          <a:lstStyle>
            <a:lvl1pPr marL="0" indent="0" algn="ctr">
              <a:buNone/>
              <a:defRPr lang="en-US" sz="1400" dirty="0"/>
            </a:lvl1pPr>
          </a:lstStyle>
          <a:p>
            <a:pPr marL="228600" lvl="0" indent="-228600" algn="ctr"/>
            <a:r>
              <a:rPr lang="en-GB" dirty="0"/>
              <a:t>Drag picture to placeholder </a:t>
            </a:r>
          </a:p>
          <a:p>
            <a:pPr marL="228600" lvl="0" indent="-228600" algn="ctr"/>
            <a:r>
              <a:rPr lang="en-GB" dirty="0"/>
              <a:t>or click icon to add</a:t>
            </a:r>
            <a:endParaRPr lang="en-US" dirty="0"/>
          </a:p>
        </p:txBody>
      </p:sp>
      <p:sp>
        <p:nvSpPr>
          <p:cNvPr id="24" name="Text Placeholder 26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1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7ADCD97-A8C0-487C-9E6C-6CD77C3BE0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4999" y="4647836"/>
            <a:ext cx="2285995" cy="1662794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pic>
        <p:nvPicPr>
          <p:cNvPr id="23" name="Picture 22" descr="Accenture Greater Than symbol in white">
            <a:extLst>
              <a:ext uri="{FF2B5EF4-FFF2-40B4-BE49-F238E27FC236}">
                <a16:creationId xmlns:a16="http://schemas.microsoft.com/office/drawing/2014/main" id="{78774BCE-242F-4FF9-9C01-D01B97743A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40A698-E7DB-4624-B7D9-5624ABB23E77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00E20-EA02-4CDC-95F3-0B3EA7041BD7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Footer Placeholder 3">
            <a:extLst>
              <a:ext uri="{FF2B5EF4-FFF2-40B4-BE49-F238E27FC236}">
                <a16:creationId xmlns:a16="http://schemas.microsoft.com/office/drawing/2014/main" id="{270D0A86-B078-47E6-B09D-9429129BD768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>
                <a:solidFill>
                  <a:schemeClr val="bg1">
                    <a:alpha val="75000"/>
                  </a:schemeClr>
                </a:solidFill>
              </a:rPr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1362061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ccenture Gradient Dark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key message here 54pt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2FF57A0A-C5DD-42B6-8DD3-E5EA041C72D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3ED2B-6496-48D2-9FCC-98A919B60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5338B-4F4A-4077-99F7-2698BAA545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669CB13A-E4BB-46D3-936E-B4BD4E53CAA8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2233650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key message here 54pt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CBE8-C9DE-46DF-9582-7DB75BEDF4F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3), Mid Purple (Accent 2) or Core Purple (Accent 1)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B0B0C095-6C73-4899-AD8E-8F75768CF51A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68B3B-7EEB-4EA8-993C-430603A16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A01CF-71D3-40C7-8168-8E9BC701A2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CC9D1668-977E-453D-82ED-6ABCFF2804F3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361378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5AD31DD4-2506-4E03-897C-F4C8C020F0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headline here 54pt</a:t>
            </a:r>
          </a:p>
        </p:txBody>
      </p:sp>
      <p:sp>
        <p:nvSpPr>
          <p:cNvPr id="7" name="GTS_WH" descr="Accenture Greater Than symbol in white">
            <a:extLst>
              <a:ext uri="{FF2B5EF4-FFF2-40B4-BE49-F238E27FC236}">
                <a16:creationId xmlns:a16="http://schemas.microsoft.com/office/drawing/2014/main" id="{AE479463-B4C9-4B9A-BE8B-62B5B9CF007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791A68-0526-4B10-8725-674ED46D4C5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A03CB-4264-4F68-9F35-0391A50EF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6BF2708B-7411-439F-ACDE-ACBD46CABC03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172348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E258A-0B44-43BE-A3B3-ECE0D5D55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51A548-5D5A-420A-BF48-ADAACADF16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2450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lvl="0"/>
            <a:r>
              <a:rPr lang="en-GB" dirty="0"/>
              <a:t>Place subtitle here in Palatino Linotype 20pt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3B5648-1933-4CE2-8092-54D37C74B7B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D77EF44-2533-4C8A-9BCE-17E84D8B3A4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691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76A793-E8C8-48E9-8AD9-3AA610159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C117D-BB63-449A-A809-AA330D35AF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5426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First level (bullet 20pt)</a:t>
            </a:r>
          </a:p>
          <a:p>
            <a:pPr lvl="1"/>
            <a:r>
              <a:rPr lang="en-US" dirty="0"/>
              <a:t>Second level (bullet 20pt)</a:t>
            </a:r>
          </a:p>
          <a:p>
            <a:pPr lvl="2"/>
            <a:r>
              <a:rPr lang="en-US" dirty="0"/>
              <a:t>Third level (bullet 20pt)</a:t>
            </a:r>
          </a:p>
          <a:p>
            <a:pPr lvl="3"/>
            <a:r>
              <a:rPr lang="en-US" dirty="0"/>
              <a:t>Fourth level (bullet 18pt)</a:t>
            </a:r>
          </a:p>
          <a:p>
            <a:pPr lvl="4"/>
            <a:r>
              <a:rPr lang="en-US" dirty="0"/>
              <a:t>Fifth level (bullet 18pt)</a:t>
            </a:r>
          </a:p>
          <a:p>
            <a:pPr lvl="5"/>
            <a:r>
              <a:rPr lang="en-US" dirty="0"/>
              <a:t>Sixth level (copy 16pt)</a:t>
            </a:r>
          </a:p>
          <a:p>
            <a:pPr lvl="6"/>
            <a:r>
              <a:rPr lang="en-US" dirty="0"/>
              <a:t>Seventh level (small copy 12pt)</a:t>
            </a:r>
          </a:p>
          <a:p>
            <a:pPr lvl="7"/>
            <a:r>
              <a:rPr lang="en-US" dirty="0"/>
              <a:t>EIGHT LEVEL (DESCRIPTOR 10PT)</a:t>
            </a:r>
          </a:p>
          <a:p>
            <a:pPr lvl="8"/>
            <a:r>
              <a:rPr lang="en-US" dirty="0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7455F6FE-666E-402E-9B6E-AF3462A6F6CE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19510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729" r:id="rId2"/>
    <p:sldLayoutId id="2147483682" r:id="rId3"/>
    <p:sldLayoutId id="2147483734" r:id="rId4"/>
    <p:sldLayoutId id="2147483728" r:id="rId5"/>
    <p:sldLayoutId id="2147483733" r:id="rId6"/>
    <p:sldLayoutId id="2147483730" r:id="rId7"/>
    <p:sldLayoutId id="2147483681" r:id="rId8"/>
    <p:sldLayoutId id="2147483732" r:id="rId9"/>
    <p:sldLayoutId id="2147483731" r:id="rId10"/>
    <p:sldLayoutId id="2147483750" r:id="rId11"/>
    <p:sldLayoutId id="2147483649" r:id="rId12"/>
    <p:sldLayoutId id="2147483759" r:id="rId13"/>
    <p:sldLayoutId id="2147483760" r:id="rId14"/>
    <p:sldLayoutId id="2147483746" r:id="rId15"/>
    <p:sldLayoutId id="2147483751" r:id="rId16"/>
    <p:sldLayoutId id="2147483752" r:id="rId17"/>
    <p:sldLayoutId id="2147483748" r:id="rId18"/>
    <p:sldLayoutId id="2147483651" r:id="rId19"/>
    <p:sldLayoutId id="2147483721" r:id="rId20"/>
    <p:sldLayoutId id="2147483739" r:id="rId21"/>
    <p:sldLayoutId id="2147483737" r:id="rId22"/>
    <p:sldLayoutId id="2147483742" r:id="rId23"/>
    <p:sldLayoutId id="2147483724" r:id="rId24"/>
    <p:sldLayoutId id="2147483723" r:id="rId25"/>
    <p:sldLayoutId id="2147483725" r:id="rId26"/>
    <p:sldLayoutId id="2147483755" r:id="rId27"/>
    <p:sldLayoutId id="2147483757" r:id="rId28"/>
    <p:sldLayoutId id="2147483673" r:id="rId29"/>
    <p:sldLayoutId id="2147483653" r:id="rId30"/>
    <p:sldLayoutId id="2147483722" r:id="rId31"/>
    <p:sldLayoutId id="2147483693" r:id="rId32"/>
    <p:sldLayoutId id="2147483701" r:id="rId33"/>
    <p:sldLayoutId id="2147483668" r:id="rId34"/>
    <p:sldLayoutId id="2147483707" r:id="rId35"/>
    <p:sldLayoutId id="2147483714" r:id="rId36"/>
    <p:sldLayoutId id="2147483657" r:id="rId37"/>
    <p:sldLayoutId id="2147483679" r:id="rId38"/>
    <p:sldLayoutId id="2147483661" r:id="rId39"/>
    <p:sldLayoutId id="2147483754" r:id="rId40"/>
    <p:sldLayoutId id="2147483678" r:id="rId41"/>
    <p:sldLayoutId id="2147483663" r:id="rId42"/>
    <p:sldLayoutId id="2147483667" r:id="rId43"/>
    <p:sldLayoutId id="2147483726" r:id="rId44"/>
    <p:sldLayoutId id="2147483688" r:id="rId45"/>
    <p:sldLayoutId id="2147483655" r:id="rId46"/>
    <p:sldLayoutId id="2147483745" r:id="rId47"/>
    <p:sldLayoutId id="2147483741" r:id="rId48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 userDrawn="1">
          <p15:clr>
            <a:srgbClr val="C35EA4"/>
          </p15:clr>
        </p15:guide>
        <p15:guide id="2" orient="horz" pos="3976" userDrawn="1">
          <p15:clr>
            <a:srgbClr val="C35EA4"/>
          </p15:clr>
        </p15:guide>
        <p15:guide id="3" pos="240" userDrawn="1">
          <p15:clr>
            <a:srgbClr val="C35EA4"/>
          </p15:clr>
        </p15:guide>
        <p15:guide id="4" pos="74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DFB5035-7C72-43BF-A8DB-A7280ED54461}"/>
              </a:ext>
            </a:extLst>
          </p:cNvPr>
          <p:cNvSpPr>
            <a:spLocks noGrp="1"/>
          </p:cNvSpPr>
          <p:nvPr>
            <p:ph type="ctrTitle"/>
          </p:nvPr>
        </p:nvSpPr>
        <p:spPr bwMode="white"/>
        <p:txBody>
          <a:bodyPr/>
          <a:lstStyle/>
          <a:p>
            <a:r>
              <a:rPr lang="en-US" dirty="0"/>
              <a:t>Place presentation title here 48pt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61244AFF-6411-4B84-BA88-9244C01259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white"/>
        <p:txBody>
          <a:bodyPr/>
          <a:lstStyle/>
          <a:p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19C304-423F-4288-926C-47BD259C67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/>
        <p:txBody>
          <a:bodyPr/>
          <a:lstStyle/>
          <a:p>
            <a:r>
              <a:rPr lang="en-GB" dirty="0"/>
              <a:t>Presenter</a:t>
            </a:r>
            <a:r>
              <a:rPr lang="en-US" dirty="0"/>
              <a:t> 14pt</a:t>
            </a:r>
          </a:p>
        </p:txBody>
      </p:sp>
    </p:spTree>
    <p:extLst>
      <p:ext uri="{BB962C8B-B14F-4D97-AF65-F5344CB8AC3E}">
        <p14:creationId xmlns:p14="http://schemas.microsoft.com/office/powerpoint/2010/main" val="217193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BAF5AE-9728-3224-DA70-C3BA9A2D6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Test Cases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6DB06D-B1A4-A184-AAD9-B48A4677369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CC1216-5475-FA7B-D47A-0804B67D9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99" y="1001787"/>
            <a:ext cx="6344292" cy="5310113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3491992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5F4D680-68C0-4622-D32A-E3C7DF181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T-Shirt L – Customer Environment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D0C7095-9D22-667A-6AD0-243D75F30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08" y="1384269"/>
            <a:ext cx="7772400" cy="343325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712B6E4-6ED1-DAF1-086D-1EBE906EF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6975" y="1371600"/>
            <a:ext cx="2677663" cy="4727749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3172851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FA9ED-2EF2-E9E1-604C-73DD9C7FB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T-Shirt L – Customer Environment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6C55B2-5CF8-3797-034F-EEAD932EC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C4D250-BF54-587B-0479-9E7980110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99" y="1112508"/>
            <a:ext cx="6726937" cy="519939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A07A5F0-6C82-0E1C-D0C4-8164D0D3CD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6975" y="1371600"/>
            <a:ext cx="2677663" cy="4727749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1491207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36B83-08E0-A5F0-15F2-D005B9E1A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T-Shirt L – Customer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4ABA4-D3EF-D74A-2FC5-0217121E105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6BBB19-6824-B37D-F91C-545E06694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1210FF-E954-FAA2-B0D1-35B522616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99" y="876300"/>
            <a:ext cx="6726937" cy="5694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43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B5DB7-5436-01AB-0DDF-5489B9B1D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T-Shirt L – Customer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7B515-CD7A-4075-C975-96801B5EC1D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==== Merge Summary Table ====</a:t>
            </a:r>
          </a:p>
          <a:p>
            <a:pPr marL="0" indent="0"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es_ts_1_l  es_ts_2_l  es_ts_3_l  es_ts_4_l  es_ts_5_l  es_ts_6_l  es_ts_7_l  es_ts_8_l  es_ts_9_l  es_ts_10_l  es_ts_11_l  es_ts_12_l  es_ts_13_l  es_ts_14_l  es_ts_15_l</a:t>
            </a:r>
          </a:p>
          <a:p>
            <a:pPr marL="0" indent="0"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count     150.000    143.000    148.000    136.000    144.000    150.000    147.000    145.000    141.000     136.000     149.000     139.000     145.000     148.000     137.000</a:t>
            </a:r>
          </a:p>
          <a:p>
            <a:pPr marL="0" indent="0"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avg        17.550     16.301     20.150     19.735     19.393     17.811     16.518     20.182     19.364      13.008      15.358      19.463      19.433      16.160      16.496</a:t>
            </a:r>
          </a:p>
          <a:p>
            <a:pPr marL="0" indent="0"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median     16.955     16.100     19.110     19.115     19.245     17.240     16.180     19.150     18.830      12.070      14.550      18.600      18.470      15.995      16.230</a:t>
            </a:r>
          </a:p>
          <a:p>
            <a:pPr marL="0" indent="0"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min        12.190     12.010     13.420     13.260     13.650     12.100     11.880     13.520     13.490       8.260       9.110      13.200      13.470      11.820      11.740</a:t>
            </a:r>
          </a:p>
          <a:p>
            <a:pPr marL="0" indent="0"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max        25.120     22.590     29.950     33.380     27.910     27.240     23.530     31.810     27.950      25.060      28.270      31.790      31.230      23.010      25.830</a:t>
            </a:r>
          </a:p>
          <a:p>
            <a:pPr marL="0" indent="0"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std         3.150      2.582      3.976      4.040      3.220      3.390      2.687      4.182      3.441       3.707       4.188       3.890       4.073       2.630       2.920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64E3EA-B9D1-5684-5A76-3D40BAB3F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436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2DC25-B358-5848-84B8-D9A137983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BE3B3-690C-C6E1-D3B0-BD94BE0B8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T-Shirt L – Customer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01841-593A-3C09-BF3A-887931F2385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6344" y="1054608"/>
            <a:ext cx="11430000" cy="4940300"/>
          </a:xfrm>
        </p:spPr>
        <p:txBody>
          <a:bodyPr/>
          <a:lstStyle/>
          <a:p>
            <a:pPr marL="0" indent="0">
              <a:spcAft>
                <a:spcPts val="0"/>
              </a:spcAft>
              <a:buNone/>
            </a:pP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==== Query Summary: SCD2_SELECT_COUNT_BY_GENDER ====</a:t>
            </a: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ts_1    ts_2    ts_3    ts_4    ts_5    ts_6    ts_7    ts_8    ts_9   ts_10   ts_11   ts_12   ts_13   ts_14   ts_15</a:t>
            </a: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47.000  43.000  50.000  49.000  45.000  48.000  49.000  50.000  49.000  46.000  45.000  48.000  48.000  49.000  48.000</a:t>
            </a: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6.042   6.655   6.521   7.507   4.544   6.053   6.638   4.881   4.526   7.734   6.753   7.499   7.515   6.717   6.623</a:t>
            </a: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median   6.010   6.630   6.515   7.490   4.520   6.050   6.610   4.850   4.520   7.730   6.730   7.500   7.515   6.710   6.610</a:t>
            </a: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min      5.800   6.470   6.340   7.320   4.360   5.860   6.440   4.700   4.400   7.520   6.650   7.300   7.280   6.560   6.510</a:t>
            </a: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6.380   6.940   6.720   7.760   4.880   6.310   7.020   5.200   4.710   8.010   6.920   7.670   7.730   6.890   6.800</a:t>
            </a: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0.122   0.105   0.091   0.106   0.124   0.104   0.138   0.123   0.066   0.119   0.080   0.100   0.111   0.071   0.076</a:t>
            </a:r>
          </a:p>
          <a:p>
            <a:pPr marL="0" indent="0">
              <a:spcAft>
                <a:spcPts val="0"/>
              </a:spcAft>
              <a:buNone/>
            </a:pPr>
            <a:endParaRPr lang="de-DE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==== Query Summary: SCD2_SELECT_ONE ====</a:t>
            </a: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ts_1    ts_2    ts_3    ts_4    ts_5    ts_6    ts_7    ts_8    ts_9   ts_10   ts_11   ts_12   ts_13   ts_14   ts_15</a:t>
            </a: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48.000  40.000  46.000  45.000  46.000  44.000  44.000  48.000  49.000  42.000  44.000  46.000  49.000  48.000  47.000</a:t>
            </a: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0.528   0.720   0.774   0.840   0.621   0.514   0.722   0.504   0.606   0.431   0.529   0.791   0.772   0.825   0.673</a:t>
            </a: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median   0.520   0.700   0.770   0.810   0.610   0.510   0.700   0.495   0.540   0.430   0.500   0.740   0.760   0.815   0.650</a:t>
            </a: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min      0.430   0.560   0.650   0.610   0.460   0.420   0.550   0.400   0.450   0.340   0.350   0.560   0.590   0.610   0.520</a:t>
            </a: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0.610   1.120   0.910   1.280   0.860   0.690   1.040   0.660   0.950   0.610   0.870   1.250   0.980   1.090   0.920</a:t>
            </a: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0.043   0.113   0.060   0.138   0.111   0.059   0.119   0.061   0.131   0.060   0.117   0.166   0.101   0.122   0.109</a:t>
            </a:r>
          </a:p>
          <a:p>
            <a:pPr marL="0" indent="0">
              <a:spcAft>
                <a:spcPts val="0"/>
              </a:spcAft>
              <a:buNone/>
            </a:pPr>
            <a:endParaRPr lang="de-DE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==== Query Summary: SCD2_SELECT_COUNT_CURRENT ====</a:t>
            </a: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ts_1    ts_2    ts_3    ts_4    ts_5    ts_6    ts_7    ts_8    ts_9   ts_10   ts_11   ts_12   ts_13   ts_14   ts_15</a:t>
            </a: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44.000  46.000  49.000  50.000  47.000  46.000  46.000  47.000  48.000  47.000  46.000  47.000  48.000  48.000  47.000</a:t>
            </a: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0.118   0.151   0.163   0.165   0.129   0.129   0.133   0.127   0.128   0.152   0.137   0.171   0.174   0.179   0.144</a:t>
            </a: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median   0.110   0.140   0.150   0.160   0.120   0.125   0.130   0.130   0.120   0.140   0.130   0.160   0.180   0.175   0.140</a:t>
            </a: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min      0.090   0.090   0.110   0.100   0.090   0.090   0.080   0.080   0.090   0.110   0.080   0.110   0.120   0.110   0.100</a:t>
            </a: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0.170   0.250   0.260   0.260   0.200   0.210   0.230   0.190   0.210   0.220   0.230   0.300   0.240   0.270   0.230</a:t>
            </a: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0.020   0.047   0.040   0.040   0.026   0.028   0.034   0.025   0.031   0.029   0.035   0.047   0.031   0.041   0.035</a:t>
            </a:r>
          </a:p>
          <a:p>
            <a:pPr marL="0" indent="0">
              <a:spcAft>
                <a:spcPts val="0"/>
              </a:spcAft>
              <a:buNone/>
            </a:pPr>
            <a:endParaRPr lang="de-DE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==== Query Summary: SCD2_SELECT_NOF_PERSONS_IN_CH_ON_DAY ====</a:t>
            </a: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ts_1    ts_2    ts_3    ts_4    ts_5    ts_6    ts_7    ts_8    ts_9   ts_10   ts_11   ts_12   ts_13   ts_14   ts_15</a:t>
            </a: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47.000  44.000  47.000  49.000  47.000  48.000  47.000  49.000  47.000  44.000  43.000  48.000  50.000  48.000  46.000</a:t>
            </a: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0.174   0.283   0.227   0.304   0.239   0.193   0.246   0.181   0.244   0.251   0.270   0.332   0.290   0.273   0.238</a:t>
            </a: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median   0.180   0.280   0.220   0.280   0.240   0.190   0.240   0.180   0.210   0.245   0.270   0.300   0.280   0.275   0.225</a:t>
            </a: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min      0.130   0.180   0.170   0.190   0.160   0.150   0.170   0.130   0.160   0.190   0.170   0.190   0.200   0.190   0.170</a:t>
            </a: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0.230   0.470   0.320   0.540   0.320   0.260   0.350   0.260   0.420   0.380   0.510   0.710   0.470   0.380   0.370</a:t>
            </a: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0.022   0.070   0.034   0.085   0.044   0.029   0.047   0.029   0.066   0.046   0.075   0.117   0.066   0.050   0.044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AC32B-7C14-F066-5167-221141E3D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677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86DCA-E252-45B6-8790-F0CA74EA4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85245159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ure 2020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_Fonts_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Acc_PPT_IMP_Tmplt_Arial_Fixed-Accessibility_2024" id="{933D12F4-E6D8-2544-BB9E-9972CA3939D1}" vid="{E17AB01B-D3BF-AE46-80F5-E0B27047D7E1}"/>
    </a:ext>
  </a:extLst>
</a:theme>
</file>

<file path=ppt/theme/theme2.xml><?xml version="1.0" encoding="utf-8"?>
<a:theme xmlns:a="http://schemas.openxmlformats.org/drawingml/2006/main" name="Office Theme">
  <a:themeElements>
    <a:clrScheme name="Acc_Colors_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_Fonts_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9EF807C2354943A31A31FB9E6B8A38" ma:contentTypeVersion="2" ma:contentTypeDescription="Create a new document." ma:contentTypeScope="" ma:versionID="f03a519f31e72ece704f842ab0e4ba72">
  <xsd:schema xmlns:xsd="http://www.w3.org/2001/XMLSchema" xmlns:xs="http://www.w3.org/2001/XMLSchema" xmlns:p="http://schemas.microsoft.com/office/2006/metadata/properties" xmlns:ns2="5d757215-fbc3-4533-822f-84ec73f97a40" targetNamespace="http://schemas.microsoft.com/office/2006/metadata/properties" ma:root="true" ma:fieldsID="1cb72d0557a9ded9ba0b46b2c3d18190" ns2:_="">
    <xsd:import namespace="5d757215-fbc3-4533-822f-84ec73f97a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757215-fbc3-4533-822f-84ec73f97a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6BFFC05-B2F6-4CED-BE65-F75B1EB7AD7B}">
  <ds:schemaRefs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f09dec34-126f-4759-b06d-a920de720ce4"/>
    <ds:schemaRef ds:uri="http://schemas.openxmlformats.org/package/2006/metadata/core-properties"/>
    <ds:schemaRef ds:uri="http://schemas.microsoft.com/office/infopath/2007/PartnerControls"/>
    <ds:schemaRef ds:uri="17c09f85-56e7-4417-b5d2-7fa4154de313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9831B46-6CD1-40D2-9FB5-3E58559F90A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6E8BD94-4C5F-4212-A7B2-A3B2366772F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757215-fbc3-4533-822f-84ec73f97a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Accenture 2020</Template>
  <TotalTime>1685</TotalTime>
  <Words>878</Words>
  <Application>Microsoft Macintosh PowerPoint</Application>
  <PresentationFormat>Widescreen</PresentationFormat>
  <Paragraphs>57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Arial Black</vt:lpstr>
      <vt:lpstr>Courier New</vt:lpstr>
      <vt:lpstr>Palatino Linotype</vt:lpstr>
      <vt:lpstr>System Font</vt:lpstr>
      <vt:lpstr>Accenture 2020</vt:lpstr>
      <vt:lpstr>Place presentation title here 48pt</vt:lpstr>
      <vt:lpstr>Test Cases</vt:lpstr>
      <vt:lpstr>T-Shirt L – Customer Environment</vt:lpstr>
      <vt:lpstr>T-Shirt L – Customer Environment</vt:lpstr>
      <vt:lpstr>T-Shirt L – Customer Environment</vt:lpstr>
      <vt:lpstr>T-Shirt L – Customer Environment</vt:lpstr>
      <vt:lpstr>T-Shirt L – Customer Environment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Accenture PowerPoint Template 16x9 Arial</dc:subject>
  <dc:creator>Schmutz Guido</dc:creator>
  <cp:lastModifiedBy>Schmutz Guido</cp:lastModifiedBy>
  <cp:revision>2</cp:revision>
  <cp:lastPrinted>2020-11-17T04:05:48Z</cp:lastPrinted>
  <dcterms:created xsi:type="dcterms:W3CDTF">2026-01-07T09:50:48Z</dcterms:created>
  <dcterms:modified xsi:type="dcterms:W3CDTF">2026-01-15T08:37:15Z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0x010100339EF807C2354943A31A31FB9E6B8A38</vt:lpwstr>
  </property>
</Properties>
</file>